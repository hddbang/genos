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/>
    <p:restoredTop sz="94643"/>
  </p:normalViewPr>
  <p:slideViewPr>
    <p:cSldViewPr snapToGrid="0">
      <p:cViewPr>
        <p:scale>
          <a:sx n="92" d="100"/>
          <a:sy n="92" d="100"/>
        </p:scale>
        <p:origin x="44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B586D-7AB0-DC49-9EE5-C86084782CA4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A80AF-B49C-C44E-A22B-B2800A7DD21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2726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multidevice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A80AF-B49C-C44E-A22B-B2800A7DD21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9046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DD2E5-8AD2-0661-F6C4-8DB05D69E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0A5897-7F56-4C45-9627-6D4B9232C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8BD54A-07C1-525E-655F-53681B2DA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multi</a:t>
            </a:r>
            <a:r>
              <a:rPr kumimoji="1" lang="zh-CN" altLang="en-US" dirty="0"/>
              <a:t> </a:t>
            </a:r>
            <a:r>
              <a:rPr kumimoji="1" lang="en-US" altLang="zh-CN" dirty="0"/>
              <a:t>device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D55EB3-C71A-B8DA-6594-BD628AC8E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A80AF-B49C-C44E-A22B-B2800A7DD21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5681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E1EB2-199E-64C6-1974-0986AB906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B29E1B-36AC-B9C4-AE2A-3DF762A91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40DE01-A93C-047C-61F1-C3DC2ED1C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72458D-8DF5-31F2-DDB2-60E2AA7A8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518D1E-4515-3229-A5E0-4E158172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597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B9724-294E-C9D2-ECA5-3C1FAAC00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B1842F-494C-61FF-0AEE-FC0EFF8FA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E3B13-EC2D-63D4-0F9D-8FCAF8ABB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4309D1-6183-162C-4B39-4921C33F5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42D66-89B8-40BB-8C85-329F1B5FE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07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26178-DD6C-B394-7D67-895F69B8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44CD7D-630C-136B-DAA7-A4495E315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2E84F8-4735-C5A0-5D82-2279EA51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1A90A-CC28-C0E0-3D1D-2E8BA8E4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209A01-74F9-DBF5-4C1E-59434D8F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2619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C878C-D06B-B75D-7760-7428E0761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1D7D3E-F6BA-8925-8E53-A962A5A39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A5E31D-00C6-9BAA-0750-B38FA469A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5D61CE-806E-823E-2838-0BEA0205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81B2B9-4249-2E20-4006-FEAB19F1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416E67-FB0F-BF24-CB05-92E6DF45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3365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72F00-629A-4573-7C54-124A1555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63142B-9C4D-BADE-893A-2F9FE2DC5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231A93-DC52-5838-B8D7-95441DA73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C13B8A-9C8F-B65F-C674-6BCCB764C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1C641F-07F2-51AB-F89C-EF7EDB5C5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5B3527-07EC-EBAD-EB78-2FA1DB79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F4EFCC-CF2B-5992-6031-84A9D9A1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E0F73C-62AE-0BA8-5C03-E94EDCB4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398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F74E2-BF5C-858F-0070-197F23BF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06ADDF-174D-3809-1D62-1307387E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68E29F-671A-9882-3668-1520C23F5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BBC507-E2A9-DBDD-E76E-B184C1898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79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D974CB-1167-E5F0-AB96-2FC4631FE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E268F1-79E2-E576-D45D-8ED83DB9F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B589DA-9580-7466-7C12-D9D0E23C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871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A83C7-AC0E-6391-9E16-A1DC3CCA2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E0850A-EDCC-0C0B-5DF2-FEB0E23F5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DA0F68-B1B9-CD1F-ED13-42B1DC5F1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57AAF7-FFE8-5A09-CB57-57C843344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D1697C-510B-CE5D-023A-F62A581C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FFD5D1-2D41-AB6B-3E53-A4A0A0E0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5948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9653D-E473-0040-DE80-A6187DD9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61B3DA-12DE-AAE7-3D0E-59924BE95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B83834-6584-5861-F7F6-94E3FC325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E24F14-812F-A799-C3F6-AFC8EA48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883848-D7D1-4CDE-205D-010AD9113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C30290-194C-B8C6-9D46-42A8E3AFC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63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D1A43-332E-75F1-FECE-89B86C7B0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628896-3E6E-F930-77F3-145A19BC0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2ECC1F-83E7-BCEC-AAEB-814F028FF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56959A-B0BF-3C10-BDC3-6C629870E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885DA0-896F-E6E3-86E5-E7BFCDCD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870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3FCC959-FAE2-87D0-AC52-D89EC55C8D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B03560-E62F-EC19-CFCC-C48E0A9D1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B28BE9-0B71-4BD4-1ADC-5F8AB258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C755F6-9788-1FB1-567C-69BCBD8F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ABBA33-4D2A-156A-031C-41D43087E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336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DC2116-20B5-83A9-F2D6-369905350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6C4436-0798-345B-1490-DE92F3790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AE79C6-2CB0-2940-FACC-356F6F97C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94D14C-16DB-0D43-8FC1-04FB10E45BE2}" type="datetimeFigureOut">
              <a:rPr kumimoji="1" lang="zh-CN" altLang="en-US" smtClean="0"/>
              <a:t>2025/12/2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D0EF27-9E2E-0991-1F97-4C9E4DC07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A3B321-C5D5-73FD-2728-47611A96C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7FC7D-8285-6940-BFF9-07E95478C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0886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5F9D683-0608-DBEC-145C-404092F78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49" y="2318092"/>
            <a:ext cx="2645863" cy="19350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479BE59-0085-2640-13F9-C001A3F35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925" y="2318092"/>
            <a:ext cx="2645863" cy="193503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95FA509-6278-2F4F-4192-65C3E78D2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713" y="2318092"/>
            <a:ext cx="2645863" cy="19350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3D15B05-E8D6-38F0-655F-B026C1E21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137" y="2318092"/>
            <a:ext cx="2645863" cy="193503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DBBE9FF-B7AE-D641-91E6-82B6807C4535}"/>
              </a:ext>
            </a:extLst>
          </p:cNvPr>
          <p:cNvSpPr txBox="1"/>
          <p:nvPr/>
        </p:nvSpPr>
        <p:spPr>
          <a:xfrm>
            <a:off x="503548" y="2264831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0A499F-90FF-EBC7-66E0-05566B68B7A8}"/>
              </a:ext>
            </a:extLst>
          </p:cNvPr>
          <p:cNvSpPr txBox="1"/>
          <p:nvPr/>
        </p:nvSpPr>
        <p:spPr>
          <a:xfrm>
            <a:off x="3385336" y="2264831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C7A1CC-EFAE-DFEE-A893-CCF5EA8DF429}"/>
              </a:ext>
            </a:extLst>
          </p:cNvPr>
          <p:cNvSpPr txBox="1"/>
          <p:nvPr/>
        </p:nvSpPr>
        <p:spPr>
          <a:xfrm>
            <a:off x="6267124" y="2264831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5BC3C4-00B3-EA95-C77B-92EDF4703983}"/>
              </a:ext>
            </a:extLst>
          </p:cNvPr>
          <p:cNvSpPr txBox="1"/>
          <p:nvPr/>
        </p:nvSpPr>
        <p:spPr>
          <a:xfrm>
            <a:off x="9148912" y="2264831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062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478E-6F88-480A-251A-595F6B47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A914F57-56B0-28C3-F2CD-315CD88BA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17" y="250033"/>
            <a:ext cx="2645864" cy="1641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42BE06E-EE06-372A-379E-131DDC1F5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292" y="237473"/>
            <a:ext cx="2645864" cy="165366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01B7C09-2C03-54D2-3D76-78F6F45B0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081" y="250033"/>
            <a:ext cx="2645863" cy="16536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D65A602-53D3-EC82-0004-480EADE82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504" y="250033"/>
            <a:ext cx="2645863" cy="16411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6B5FEB5-9281-91DB-963B-605E37E0444B}"/>
              </a:ext>
            </a:extLst>
          </p:cNvPr>
          <p:cNvSpPr txBox="1"/>
          <p:nvPr/>
        </p:nvSpPr>
        <p:spPr>
          <a:xfrm>
            <a:off x="294720" y="19437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D6AB34-2974-2FE8-10F2-E5AAA68A5AF9}"/>
              </a:ext>
            </a:extLst>
          </p:cNvPr>
          <p:cNvSpPr txBox="1"/>
          <p:nvPr/>
        </p:nvSpPr>
        <p:spPr>
          <a:xfrm>
            <a:off x="3176508" y="19437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84CF08-A01A-3C2A-11ED-0357EC872AAA}"/>
              </a:ext>
            </a:extLst>
          </p:cNvPr>
          <p:cNvSpPr txBox="1"/>
          <p:nvPr/>
        </p:nvSpPr>
        <p:spPr>
          <a:xfrm>
            <a:off x="6058296" y="194374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CE4AA-DDD4-D2C3-AC7A-86D7D0D8DE5E}"/>
              </a:ext>
            </a:extLst>
          </p:cNvPr>
          <p:cNvSpPr txBox="1"/>
          <p:nvPr/>
        </p:nvSpPr>
        <p:spPr>
          <a:xfrm>
            <a:off x="8940084" y="19437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62C5346-20BC-A62A-F4E3-7F50F7B2E5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916" y="2506355"/>
            <a:ext cx="2645864" cy="164110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324FF0B-FD75-82B0-5BE5-299297872D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6492" y="2506355"/>
            <a:ext cx="2645864" cy="165366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921AE1C-4BFD-A164-F381-F810413349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3080" y="2506355"/>
            <a:ext cx="2645863" cy="165366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C4988A1-FBAF-12D6-9910-AFF96FE7D7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4704" y="2506355"/>
            <a:ext cx="2645863" cy="164110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319BFDAA-DEEE-3528-1239-8501DF692E46}"/>
              </a:ext>
            </a:extLst>
          </p:cNvPr>
          <p:cNvSpPr txBox="1"/>
          <p:nvPr/>
        </p:nvSpPr>
        <p:spPr>
          <a:xfrm>
            <a:off x="262916" y="242752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C1C37AB-12DB-C972-67A6-D840E26961A9}"/>
              </a:ext>
            </a:extLst>
          </p:cNvPr>
          <p:cNvSpPr txBox="1"/>
          <p:nvPr/>
        </p:nvSpPr>
        <p:spPr>
          <a:xfrm>
            <a:off x="3144704" y="242752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63990AC-3551-AA4B-8FB8-B93E9D989FC6}"/>
              </a:ext>
            </a:extLst>
          </p:cNvPr>
          <p:cNvSpPr txBox="1"/>
          <p:nvPr/>
        </p:nvSpPr>
        <p:spPr>
          <a:xfrm>
            <a:off x="6026492" y="2427520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B1064B9-9E89-5040-DA73-F27007C774B1}"/>
              </a:ext>
            </a:extLst>
          </p:cNvPr>
          <p:cNvSpPr txBox="1"/>
          <p:nvPr/>
        </p:nvSpPr>
        <p:spPr>
          <a:xfrm>
            <a:off x="8908280" y="2427520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2AB5A32-2289-82B5-C209-4D98C2D35F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916" y="4745096"/>
            <a:ext cx="2645864" cy="1641106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303F3BD-C0FE-A63A-247A-33785E704D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6491" y="4732536"/>
            <a:ext cx="2645864" cy="165366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D6F25AB-91B3-FE70-F039-FC049F695E5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3077" y="4732535"/>
            <a:ext cx="2645866" cy="165366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A737544-5E1B-456C-EC13-120BC77B279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44704" y="4745095"/>
            <a:ext cx="2645863" cy="1641105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0D387868-1ABF-F760-8F7E-E3ECBC85070F}"/>
              </a:ext>
            </a:extLst>
          </p:cNvPr>
          <p:cNvSpPr txBox="1"/>
          <p:nvPr/>
        </p:nvSpPr>
        <p:spPr>
          <a:xfrm>
            <a:off x="262916" y="467730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199D32D-56EA-1B52-2AD7-C38FF53676E5}"/>
              </a:ext>
            </a:extLst>
          </p:cNvPr>
          <p:cNvSpPr txBox="1"/>
          <p:nvPr/>
        </p:nvSpPr>
        <p:spPr>
          <a:xfrm>
            <a:off x="3144704" y="467730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B25173E-2666-C764-0CBB-0BE7EE0214BB}"/>
              </a:ext>
            </a:extLst>
          </p:cNvPr>
          <p:cNvSpPr txBox="1"/>
          <p:nvPr/>
        </p:nvSpPr>
        <p:spPr>
          <a:xfrm>
            <a:off x="6026492" y="4677304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B24E090-4F1E-86F0-56A1-DB066DDC8ECB}"/>
              </a:ext>
            </a:extLst>
          </p:cNvPr>
          <p:cNvSpPr txBox="1"/>
          <p:nvPr/>
        </p:nvSpPr>
        <p:spPr>
          <a:xfrm>
            <a:off x="8908280" y="4677304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713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4681</TotalTime>
  <Words>21</Words>
  <Application>Microsoft Macintosh PowerPoint</Application>
  <PresentationFormat>宽屏</PresentationFormat>
  <Paragraphs>20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JUNCHEN Liu</dc:creator>
  <cp:lastModifiedBy>JUNCHEN Liu</cp:lastModifiedBy>
  <cp:revision>1</cp:revision>
  <dcterms:created xsi:type="dcterms:W3CDTF">2025-12-02T02:01:25Z</dcterms:created>
  <dcterms:modified xsi:type="dcterms:W3CDTF">2025-12-05T08:02:42Z</dcterms:modified>
</cp:coreProperties>
</file>